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592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302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08760" cy="6858000"/>
          </a:xfrm>
          <a:prstGeom prst="rect">
            <a:avLst/>
          </a:prstGeom>
          <a:solidFill>
            <a:srgbClr val="0E20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09728"/>
            <a:ext cx="10680192" cy="109728"/>
          </a:xfrm>
          <a:prstGeom prst="rect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05456" y="1143000"/>
            <a:ext cx="109728" cy="338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292608"/>
            <a:ext cx="713232" cy="713232"/>
          </a:xfrm>
          <a:prstGeom prst="rect">
            <a:avLst/>
          </a:prstGeom>
        </p:spPr>
      </p:pic>
      <p:pic>
        <p:nvPicPr>
          <p:cNvPr id="7" name="Image 1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347472"/>
            <a:ext cx="749808" cy="7498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07792" y="7498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7F2"/>
                </a:solidFill>
              </a:rPr>
              <a:t>SRI HRSM COLLEGE GANGAVATHI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907792" y="1097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PROJECT PRESENTATION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2907792" y="157276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 SIEM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PLATFORM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2907792" y="27614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7F2"/>
                </a:solidFill>
              </a:rPr>
              <a:t>SOC Operations for Real-Time Threat Monitoring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907792" y="315468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8B8CF"/>
                </a:solidFill>
              </a:rPr>
              <a:t>A web-based security operations platform for monitoring logs, detecting alerts, managing incidents, and supporting AI-assisted investigation.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907792" y="4041648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154680" y="424281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E5F2FF"/>
                </a:solidFill>
              </a:rPr>
              <a:t>Frontend: React, Vite, Tailwind CSS</a:t>
            </a:r>
            <a:endParaRPr lang="en-US" sz="940" dirty="0"/>
          </a:p>
          <a:p>
            <a:pPr marL="0" indent="0">
              <a:buNone/>
            </a:pPr>
            <a:r>
              <a:rPr lang="en-US" sz="940" b="1" dirty="0">
                <a:solidFill>
                  <a:srgbClr val="E5F2FF"/>
                </a:solidFill>
              </a:rPr>
              <a:t>Backend: Node.js, Express</a:t>
            </a:r>
            <a:endParaRPr lang="en-US" sz="940" dirty="0"/>
          </a:p>
          <a:p>
            <a:pPr marL="0" indent="0">
              <a:buNone/>
            </a:pPr>
            <a:r>
              <a:rPr lang="en-US" sz="940" b="1" dirty="0">
                <a:solidFill>
                  <a:srgbClr val="E5F2FF"/>
                </a:solidFill>
              </a:rPr>
              <a:t>Database: PostgreSQL, Redis</a:t>
            </a:r>
            <a:endParaRPr lang="en-US" sz="940" dirty="0"/>
          </a:p>
        </p:txBody>
      </p:sp>
      <p:sp>
        <p:nvSpPr>
          <p:cNvPr id="15" name="Shape 11"/>
          <p:cNvSpPr/>
          <p:nvPr/>
        </p:nvSpPr>
        <p:spPr>
          <a:xfrm>
            <a:off x="7818120" y="141732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275320" y="19202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SOC Dashboard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83880" y="242316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0D182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339328" y="254203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CF"/>
                </a:solidFill>
              </a:rPr>
              <a:t>Critical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9601200" y="2487168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</a:rPr>
              <a:t>0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183880" y="2953512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0D18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339328" y="307238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CF"/>
                </a:solidFill>
              </a:rPr>
              <a:t>Open Alerts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9601200" y="3017520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</a:rPr>
              <a:t>15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183880" y="3483864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0D182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8339328" y="360273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CF"/>
                </a:solidFill>
              </a:rPr>
              <a:t>Blocked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9601200" y="354787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2926080" y="53492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GUIDE: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2578608" y="56327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 POOJA G M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LECTURER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7333488" y="53492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PRESENTED BY :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7498080" y="56327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Fayaz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U32ZC23S0011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2331720" y="6473952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ABSTRACT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02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ABSTRACT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Project summary and expected outcome.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AI SIEM Platform centralizes log monitoring, alert detection, incident handling, and AI-based investigation support.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It gives SOC users one portal to observe live security status, review alerts, inspect logs, and track response actions.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system is built as a full-stack web application using React, Node.js, PostgreSQL, Redis, and Docker.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Its final outcome is a practical SOC lab platform for real-time threat monitoring and demonstration.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Central SOC view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Threat visibility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Response support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INTRODUCTION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03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INTRODUCTION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Why SOC operations need a connected monitoring workflow.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Security teams need continuous visibility into logs, alerts, incidents, and asset health.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Manual checking of logs is slow and can miss repeated authentication failures or credential dumping indicators.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 SIEM collects events, correlates activity, and helps analysts prioritize suspicious behavior.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This project demonstrates those SOC concepts through a working academic web platform.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SOC users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Security admin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Incident analyst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PROBLEM STATEMENT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04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PROBLEM STATEMENT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Operational gaps found in manual security monitoring.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Logs may be stored separately from alerts, making investigation time-consuming.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Repeated failed logon events or credential dumping indicators can be missed without correlation rules.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Manual incident tracking makes it difficult to prove what was acknowledged, resolved, or blocked.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Students need a clear platform to demonstrate SIEM concepts with live screens and database-backed records.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Scattered logs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Slow triage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Weak evidence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OBJECTIVES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05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OBJECTIVES OF THE PROJECT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Key goals that shape the SOC platform scope.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Provide secure login/logout and role-based access for SOC users.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Display dashboard metrics for critical threats, open alerts, events per second, and blocked threats.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Support log filtering, alert acknowledgement, alert resolution, and incident creation.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Provide AI-assisted runbook actions such as triage, anomaly review, forensics, threat hunt, and IOC extraction.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658368" y="4206240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4400" y="41330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Run the full lab stack consistently using Docker services.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Monitor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Detect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Respond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PROJECT SCOPE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06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SCOPE OF THE PROJECT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Coverage boundaries for monitoring, triage, and demonstration.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Covers dashboard, logs, alerts, incidents, AI analysis, rules, settings, and database visibility.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Supports real-world collector style event input and SOC-style alert review.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Designed for academic lab demonstration rather than production enterprise deployment.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Can be extended with Wazuh, Elastic, syslog collectors, role policies, and report export.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Triage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 runbook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PROPOSED SOLUTION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07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PROPOSED SOLUTION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Integrated SOC portal for real-time threat monitoring.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Frontend dashboard presents live security status and analyst workflows.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Backend APIs handle authentication, logs, alerts, incidents, rules, settings, and analysis requests.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PostgreSQL stores users, logs, alerts, incidents, rules, audit records, and analysis history.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Docker Compose runs the complete application stack for repeatable demonstration.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Unified portal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REST APIs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Database records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DOMAIN SURVEY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08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DOMAIN SURVEY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Current security operations practices behind SIEM platform design.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SIEM tools such as Wazuh, Splunk, Elastic Security, and QRadar centralize logs and raise alerts.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SOC teams follow triage workflows: detect, acknowledge, investigate, contain, resolve, and document.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Common attack signals include failed logon bursts, credential dumping, suspicious tools, and unusual source activity.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Dashboards, severity labels, and runbooks help analysts prioritize work quickly.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SIEM tools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SOC lifecycle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Runbooks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EXISTING SYSTEM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09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EXISTING SYSTEM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Typical limitations in manual or disconnected monitoring.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Logs are often reviewed only after an incident is suspected.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Alerts, raw events, and incident notes may be stored in separate tools.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Database evidence may require command-line access, which is difficult during a lab demo.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No single screen explains threat status, affected assets, and response actions together.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Manual review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Separate tools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Low visibility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PROPOSED SYSTEM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10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PROPOSED SYSTEM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Improved workflow centered on visibility and response speed.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Dashboard summarizes operational SOC status in one view.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Logs page supports filtering by severity, source, and time range.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Alerts page provides acknowledgement and resolution actions.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Incidents page records response cases, and AI Analysis supports guided investigation workflows.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Faster triage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Clear evidence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Guided action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PROJECT MODULES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11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MODULES OF THE PROJECT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Major functional areas that support SOC operations.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Authentication and secure access management.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Dashboard metrics and asset health monitoring.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Log ingestion, search, filtering, and raw event review.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Alert triage, acknowledgement, resolution, and blocked-threat clearing.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658368" y="4206240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4400" y="41330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Incident management, rules management, AI analysis, settings, and database administration.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Auth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Logs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Alerts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REQUIREMENT SPECIFICATION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12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HARDWARE REQUIREMENT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Balanced hardware support for student systems and lab execution.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Laptop or desktop with modern 64-bit processor.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Minimum 8 GB RAM recommended for containers and browser testing.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At least 10 GB free disk space for Docker images, database volumes, and logs.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Stable local browser environment for frontend, backend, and database GUI access.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8 GB RAM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64-bit CPU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10 GB disk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SOFTWARE REQUIREMENT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13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SOFTWARE REQUIREMENT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Core software stack for SOC portal execution.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Docker Desktop and Docker Compose for running the multi-container stack.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React with Vite and Tailwind CSS for the frontend user interface.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Node.js and Express for backend REST API services.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PostgreSQL for persistent records and Redis for fast supporting state/cache operations.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Docker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React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TECHNOLOGY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14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INTRODUCTION TO REACT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Frontend framework for the SOC user interface.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React builds reusable pages for dashboard, logs, alerts, incidents, AI analysis, rules, and settings.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Component-based structure keeps navigation and SOC panels consistent.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State management supports authentication, profile details, and current UI data.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browser interface makes the lab easier to demonstrate to examiners.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Components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Pages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State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TECHNOLOGY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15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INTRODUCTION TO NODE.JS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Backend runtime for APIs and SOC workflow logic.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Node.js with Express exposes REST endpoints for login, logs, alerts, incidents, rules, and settings.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Controllers separate request handling from services and database models.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Middleware supports authentication, rate limits, and security checks.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API layer connects the frontend experience to PostgreSQL records.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Express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REST API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Middleware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TECHNOLOGY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16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INTRODUCTION TO TAILWIND CSS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Visual styling for a dark SOC operations interface.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Tailwind CSS provides utility classes for layout, spacing, typography, and responsive behavior.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Dark panels, severity colors, and compact controls match the security dashboard use case.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Consistent UI patterns make logs, alerts, and incident screens easy to scan.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interface is suitable for repeated live demonstration.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Dark UI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Responsive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Severity colors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TECHNOLOGY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17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INTRODUCTION TO POSTGRESQL AND REDIS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Data storage and fast state support.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PostgreSQL stores users, logs, alerts, incidents, rules, AI analyses, audit logs, and source records.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Relational tables make it easy to verify evidence during project evaluation.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Redis supports fast temporary state and future real-time workflow expansion.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Adminer or database tools can be used to inspect records directly.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SQL records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Evidence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Cache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SYSTEM ARCHITECTURE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18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ARCHITECTURAL DIAGRAM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Layered flow from event collection to dashboard and analyst response.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731520" y="2331720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" y="256946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 Sources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50008" y="2532888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651760" y="2331720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24912" y="256946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Collector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70248" y="2532888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0" y="2331720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45152" y="256946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API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90488" y="2532888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92240" y="2331720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65392" y="256946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10728" y="2532888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0" y="3429000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152235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645152" y="366674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Redis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92240" y="1234440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152235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65392" y="147218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UI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412480" y="1417320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650224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SOC FLOW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8650224" y="2167128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796528" y="228600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Collect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650224" y="288036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796528" y="299923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Normalize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650224" y="359359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796528" y="371246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Store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650224" y="430682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796528" y="442569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Display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ARCHITECTURE EXPLANATION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19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ARCHITECTURE EXPLANATION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How the platform layers collaborate during monitoring and response.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Event sources generate security activity such as failed logons and suspicious endpoint behavior.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collector normalizes events and passes them to backend services.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Rules evaluate logs and create alerts when suspicious patterns are detected.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frontend displays dashboards, log streams, alerts, incidents, and AI runbooks for SOC users.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API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Frontend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PROCESS FLOW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20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PROCESS FLOW DIAGRAM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SOC operation journey from event capture to response closure.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" y="255574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75688" y="2519172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331720" y="23317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404872" y="255574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67328" y="2519172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023360" y="23317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096512" y="255574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 Logs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58968" y="2519172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15000" y="23317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88152" y="255574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Triage Alert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150608" y="2519172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406640" y="23317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479792" y="255574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Incident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842248" y="2519172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098280" y="23317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171432" y="255574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Resolve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412480" y="1417320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650224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SOC FLOW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8650224" y="2167128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796528" y="228600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Detect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650224" y="288036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796528" y="299923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Investigate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650224" y="359359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796528" y="371246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Contain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650224" y="430682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796528" y="442569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Resolve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PROCESS EXPLANATION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21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PROCESS FLOW EXPLANATION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Sequential logic followed during a standard SOC session.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SOC admin logs in and checks dashboard status.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analyst reviews event volume, source activity, asset health, and severity distribution.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Suspicious logs are filtered and selected for deeper investigation.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Open alerts are acknowledged, resolved, or escalated into incidents with supporting evidence.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Login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Triage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Document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USE CASE DIAGRAM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22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USE CASE DIAGRAM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Main user and admin interactions supported by the platform.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822960" y="256032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101A2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96112" y="27614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SOC Admin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12848" y="2724912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34640" y="14173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07792" y="15956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 Dashboard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90288" y="1559052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983480" y="14173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56632" y="15956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 Logs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39128" y="1559052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834640" y="23774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907792" y="25557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Manage Alerts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90288" y="2519172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983480" y="23774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56632" y="25557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Incident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39128" y="2519172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834640" y="33375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907792" y="351586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Run AI Analysis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90288" y="3479292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983480" y="33375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056632" y="351586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Manage Rules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412480" y="1417320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50224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SOC FLOW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8650224" y="2167128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796528" y="228600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Admin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650224" y="288036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796528" y="299923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Monitor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650224" y="359359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796528" y="371246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Analyze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650224" y="430682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796528" y="442569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Respond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USE CASE EXPLANATION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23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USE CASE EXPLANATION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Responsibilities divided across SOC monitoring and response actions.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SOC admin is the primary actor for the academic demonstration.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user can log in, view security status, filter logs, and inspect raw event details.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Alerts can be acknowledged when investigation begins and resolved when action is complete.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Incidents and AI analysis provide structured support for documenting investigation steps.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Access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Actions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DATABASE DESIGN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24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CORE DATABASE DESIGN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Primary entities used to store SOC records and platform activity.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731520" y="155448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" y="1746504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95728" y="1709928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0" y="155448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816352" y="1746504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logs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07408" y="1709928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4880" y="155448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28032" y="1746504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alerts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19088" y="1709928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766560" y="155448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39712" y="1746504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incidents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430768" y="1709928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31520" y="274320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" y="2935224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395728" y="2898648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743200" y="274320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816352" y="2935224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ai_analyses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07408" y="2898648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754880" y="274320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28032" y="2935224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audit_log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19088" y="2898648"/>
            <a:ext cx="256032" cy="21945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766560" y="274320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01A2B"/>
          </a:solidFill>
          <a:ln w="1524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839712" y="2935224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log_sources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412480" y="1417320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650224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SOC FLOW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8650224" y="2167128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796528" y="228600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Users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8650224" y="288036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796528" y="299923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Events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650224" y="359359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796528" y="371246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Alerts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650224" y="430682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796528" y="442569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Incidents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SCREENSHOTS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25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Dashboard Overview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Live SOC dashboard showing critical threats, open alerts, event volume, severity distribution, sources, and asset health.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66928" y="1783080"/>
            <a:ext cx="11064240" cy="4343400"/>
          </a:xfrm>
          <a:prstGeom prst="roundRect">
            <a:avLst>
              <a:gd name="adj" fmla="val 1263"/>
            </a:avLst>
          </a:prstGeom>
          <a:solidFill>
            <a:srgbClr val="020814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C:/Users/bpava/OneDrive/Pictures/Screenshots/Screenshot 2026-05-13 1657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929" y="1938528"/>
            <a:ext cx="8522239" cy="3977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6272784"/>
            <a:ext cx="11064240" cy="301752"/>
          </a:xfrm>
          <a:prstGeom prst="roundRect">
            <a:avLst>
              <a:gd name="adj" fmla="val 12121"/>
            </a:avLst>
          </a:prstGeom>
          <a:solidFill>
            <a:srgbClr val="101A2B"/>
          </a:solidFill>
          <a:ln w="1016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6384" y="6382512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CF"/>
                </a:solidFill>
              </a:rPr>
              <a:t>Screenshot evidence from the running AI SIEM SOC platform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SCREENSHOTS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26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Real-Time Monitoring Dashboard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Browser view of the dashboard with open alerts, blocked threats, and monitored assets.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66928" y="1783080"/>
            <a:ext cx="11064240" cy="4343400"/>
          </a:xfrm>
          <a:prstGeom prst="roundRect">
            <a:avLst>
              <a:gd name="adj" fmla="val 1263"/>
            </a:avLst>
          </a:prstGeom>
          <a:solidFill>
            <a:srgbClr val="020814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C:/Users/bpava/OneDrive/Pictures/Screenshots/Screenshot 2026-05-21 2154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687" y="1938528"/>
            <a:ext cx="7652721" cy="3977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6272784"/>
            <a:ext cx="11064240" cy="301752"/>
          </a:xfrm>
          <a:prstGeom prst="roundRect">
            <a:avLst>
              <a:gd name="adj" fmla="val 12121"/>
            </a:avLst>
          </a:prstGeom>
          <a:solidFill>
            <a:srgbClr val="101A2B"/>
          </a:solidFill>
          <a:ln w="1016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6384" y="6382512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CF"/>
                </a:solidFill>
              </a:rPr>
              <a:t>Screenshot evidence from the running AI SIEM SOC platform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SCREENSHOTS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28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Live Logs Stream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Collected events appear in a searchable SOC log stream with severity badges and raw-detail expansion.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66928" y="1783080"/>
            <a:ext cx="11064240" cy="4343400"/>
          </a:xfrm>
          <a:prstGeom prst="roundRect">
            <a:avLst>
              <a:gd name="adj" fmla="val 1263"/>
            </a:avLst>
          </a:prstGeom>
          <a:solidFill>
            <a:srgbClr val="020814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C:/Users/bpava/OneDrive/Pictures/Screenshots/Screenshot 2026-05-21 2157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129" y="1938528"/>
            <a:ext cx="8149838" cy="3977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6272784"/>
            <a:ext cx="11064240" cy="301752"/>
          </a:xfrm>
          <a:prstGeom prst="roundRect">
            <a:avLst>
              <a:gd name="adj" fmla="val 12121"/>
            </a:avLst>
          </a:prstGeom>
          <a:solidFill>
            <a:srgbClr val="101A2B"/>
          </a:solidFill>
          <a:ln w="1016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6384" y="6382512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CF"/>
                </a:solidFill>
              </a:rPr>
              <a:t>Screenshot evidence from the running AI SIEM SOC platform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SCREENSHOTS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29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Alert Triage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Credential dumping and failed-logon alerts can be acknowledged or resolved from the triage queue.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66928" y="1783080"/>
            <a:ext cx="11064240" cy="4343400"/>
          </a:xfrm>
          <a:prstGeom prst="roundRect">
            <a:avLst>
              <a:gd name="adj" fmla="val 1263"/>
            </a:avLst>
          </a:prstGeom>
          <a:solidFill>
            <a:srgbClr val="020814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C:/Users/bpava/OneDrive/Pictures/Screenshots/Screenshot 2026-05-21 2157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116" y="1938528"/>
            <a:ext cx="8077864" cy="3977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6272784"/>
            <a:ext cx="11064240" cy="301752"/>
          </a:xfrm>
          <a:prstGeom prst="roundRect">
            <a:avLst>
              <a:gd name="adj" fmla="val 12121"/>
            </a:avLst>
          </a:prstGeom>
          <a:solidFill>
            <a:srgbClr val="101A2B"/>
          </a:solidFill>
          <a:ln w="1016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6384" y="6382512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CF"/>
                </a:solidFill>
              </a:rPr>
              <a:t>Screenshot evidence from the running AI SIEM SOC platform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SCREENSHOTS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30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Incident Management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Incident creation form converts investigation context into a managed response record.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66928" y="1783080"/>
            <a:ext cx="11064240" cy="4343400"/>
          </a:xfrm>
          <a:prstGeom prst="roundRect">
            <a:avLst>
              <a:gd name="adj" fmla="val 1263"/>
            </a:avLst>
          </a:prstGeom>
          <a:solidFill>
            <a:srgbClr val="020814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C:/Users/bpava/OneDrive/Pictures/Screenshots/Screenshot 2026-05-21 2158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3414" y="1938528"/>
            <a:ext cx="8091268" cy="3977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6272784"/>
            <a:ext cx="11064240" cy="301752"/>
          </a:xfrm>
          <a:prstGeom prst="roundRect">
            <a:avLst>
              <a:gd name="adj" fmla="val 12121"/>
            </a:avLst>
          </a:prstGeom>
          <a:solidFill>
            <a:srgbClr val="101A2B"/>
          </a:solidFill>
          <a:ln w="1016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6384" y="6382512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CF"/>
                </a:solidFill>
              </a:rPr>
              <a:t>Screenshot evidence from the running AI SIEM SOC platform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SCREENSHOTS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31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AI Analysis Runbook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AI runbook area supports threat hunt, anomaly, forensics, triage, and IOC extraction workflows.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66928" y="1783080"/>
            <a:ext cx="11064240" cy="4343400"/>
          </a:xfrm>
          <a:prstGeom prst="roundRect">
            <a:avLst>
              <a:gd name="adj" fmla="val 1263"/>
            </a:avLst>
          </a:prstGeom>
          <a:solidFill>
            <a:srgbClr val="020814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C:/Users/bpava/OneDrive/Pictures/Screenshots/Screenshot 2026-05-21 2158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147" y="1938528"/>
            <a:ext cx="7967801" cy="3977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" y="6272784"/>
            <a:ext cx="11064240" cy="301752"/>
          </a:xfrm>
          <a:prstGeom prst="roundRect">
            <a:avLst>
              <a:gd name="adj" fmla="val 12121"/>
            </a:avLst>
          </a:prstGeom>
          <a:solidFill>
            <a:srgbClr val="101A2B"/>
          </a:solidFill>
          <a:ln w="1016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6384" y="6382512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CF"/>
                </a:solidFill>
              </a:rPr>
              <a:t>Screenshot evidence from the running AI SIEM SOC platform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FUTURE ENHANCEMENTS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32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FUTURE ENHANCEMENTS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Possible extensions that can improve the SOC platform.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Integrate real Wazuh or Elastic Security event ingestion.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Add syslog and endpoint collectors for live multi-machine monitoring.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Improve AI analysis with provider configuration, usage controls, and saved playbooks.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Add report export, role-based permissions, richer incident timelines, and notification workflows.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Wazuh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Reports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Roles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CONCLUSION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33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CONCLUSION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The proposed solution improves real-time SOC monitoring and response.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AI SIEM Platform demonstrates a working SOC-style monitoring workflow.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system combines dashboard metrics, log review, alert triage, incident tracking, and AI-assisted analysis.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Docker-based deployment makes the project repeatable for lab demonstration.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The final platform gives clear evidence of security monitoring, investigation, and response operations.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Working demo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Evidence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SOC ready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50B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7F2"/>
                </a:solidFill>
              </a:rPr>
              <a:t>BIBLIOGRAPHY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A8B8CF"/>
                </a:solidFill>
              </a:rPr>
              <a:t>34 / 35</a:t>
            </a:r>
            <a:endParaRPr lang="en-US" sz="880" dirty="0"/>
          </a:p>
        </p:txBody>
      </p:sp>
      <p:pic>
        <p:nvPicPr>
          <p:cNvPr id="5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731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6565392"/>
            <a:ext cx="6035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  <p:sp>
        <p:nvSpPr>
          <p:cNvPr id="7" name="Text 4"/>
          <p:cNvSpPr/>
          <p:nvPr/>
        </p:nvSpPr>
        <p:spPr>
          <a:xfrm>
            <a:off x="566928" y="868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BIBLIOGRAPHY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6692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8CF"/>
                </a:solidFill>
              </a:rPr>
              <a:t>Reference materials used for the technology stack and system planning.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1938528"/>
            <a:ext cx="109728" cy="109728"/>
          </a:xfrm>
          <a:prstGeom prst="ellipse">
            <a:avLst/>
          </a:prstGeom>
          <a:solidFill>
            <a:srgbClr val="22C7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865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React and Vite documentation.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4323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Node.js and Express documentation.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29992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PostgreSQL, Redis, Docker, and Docker Compose documentation.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58368" y="36393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66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5F2FF"/>
                </a:solidFill>
              </a:rPr>
              <a:t>Wazuh, SIEM concepts, SOC triage workflow references, and project source code.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366760" y="1261872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101A2B"/>
          </a:solidFill>
          <a:ln w="1270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04504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7F2"/>
                </a:solidFill>
              </a:rPr>
              <a:t>KEY POINTS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04504" y="20116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50808" y="213055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Docs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04504" y="2724912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50808" y="28437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SIEM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604504" y="3438144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C1726"/>
          </a:solidFill>
          <a:ln w="8890">
            <a:solidFill>
              <a:srgbClr val="26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0808" y="3557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 code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C:\Users\bpava\OneDrive\Documents\New project\Wazuh-SIEM-Security-Lab\siem-platform\outputs\hrsm-front-page-assets\hrsm-colleg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713232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23317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1828800" y="3154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7F2"/>
                </a:solidFill>
              </a:rPr>
              <a:t>Questions and Demonstration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3822192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8B8CF"/>
                </a:solidFill>
              </a:rPr>
              <a:t>AI SIEM Platform - SOC Operations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828800" y="6327648"/>
            <a:ext cx="8503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dirty="0">
                <a:solidFill>
                  <a:srgbClr val="8290A6"/>
                </a:solidFill>
              </a:rPr>
              <a:t>SRI H.R. SRIRAMULU MEMORIAL COLLEGE, SARASWATHIGIRI, GANGAVATHI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2602</Words>
  <Application>Microsoft Office PowerPoint</Application>
  <PresentationFormat>Widescreen</PresentationFormat>
  <Paragraphs>452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Sri HRSM College Gangavathi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SIEM Platform - SOC Operations</dc:title>
  <dc:subject>SOC Operations project presentation</dc:subject>
  <dc:creator>Fayaz</dc:creator>
  <cp:lastModifiedBy>B Pavan poulu</cp:lastModifiedBy>
  <cp:revision>2</cp:revision>
  <dcterms:created xsi:type="dcterms:W3CDTF">2026-05-25T04:35:40Z</dcterms:created>
  <dcterms:modified xsi:type="dcterms:W3CDTF">2026-05-25T05:08:32Z</dcterms:modified>
</cp:coreProperties>
</file>
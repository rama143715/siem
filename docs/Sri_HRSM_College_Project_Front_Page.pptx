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91640" cy="6858000"/>
          </a:xfrm>
          <a:prstGeom prst="rect">
            <a:avLst/>
          </a:prstGeom>
          <a:solidFill>
            <a:srgbClr val="D7C9A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91640" y="82296"/>
            <a:ext cx="10195560" cy="118872"/>
          </a:xfrm>
          <a:prstGeom prst="rect">
            <a:avLst/>
          </a:prstGeom>
          <a:solidFill>
            <a:srgbClr val="2F94A4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87168" y="1024128"/>
            <a:ext cx="91440" cy="3200400"/>
          </a:xfrm>
          <a:prstGeom prst="rect">
            <a:avLst/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274320"/>
            <a:ext cx="1325880" cy="1051560"/>
          </a:xfrm>
          <a:prstGeom prst="arc">
            <a:avLst/>
          </a:prstGeom>
          <a:noFill/>
          <a:ln w="101600">
            <a:solidFill>
              <a:srgbClr val="2F94A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502920"/>
            <a:ext cx="530352" cy="457200"/>
          </a:xfrm>
          <a:prstGeom prst="ellipse">
            <a:avLst/>
          </a:prstGeom>
          <a:solidFill>
            <a:srgbClr val="FFB703"/>
          </a:solidFill>
          <a:ln w="12700">
            <a:solidFill>
              <a:srgbClr val="23181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508760"/>
            <a:ext cx="1024128" cy="841248"/>
          </a:xfrm>
          <a:prstGeom prst="ellipse">
            <a:avLst/>
          </a:prstGeom>
          <a:solidFill>
            <a:srgbClr val="D7C9AA">
              <a:alpha val="0"/>
            </a:srgbClr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2651760"/>
            <a:ext cx="338328" cy="338328"/>
          </a:xfrm>
          <a:prstGeom prst="ellipse">
            <a:avLst/>
          </a:prstGeom>
          <a:solidFill>
            <a:srgbClr val="CC2A2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3291840"/>
            <a:ext cx="987552" cy="420624"/>
          </a:xfrm>
          <a:prstGeom prst="roundRect">
            <a:avLst>
              <a:gd name="adj" fmla="val 13043"/>
            </a:avLst>
          </a:prstGeom>
          <a:solidFill>
            <a:srgbClr val="465F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3401568"/>
            <a:ext cx="749808" cy="73152"/>
          </a:xfrm>
          <a:prstGeom prst="roundRect">
            <a:avLst>
              <a:gd name="adj" fmla="val 25000"/>
            </a:avLst>
          </a:prstGeom>
          <a:solidFill>
            <a:srgbClr val="CFD7E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3566160"/>
            <a:ext cx="521208" cy="73152"/>
          </a:xfrm>
          <a:prstGeom prst="roundRect">
            <a:avLst>
              <a:gd name="adj" fmla="val 25000"/>
            </a:avLst>
          </a:prstGeom>
          <a:solidFill>
            <a:srgbClr val="AEBBD8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5897880"/>
            <a:ext cx="137160" cy="384048"/>
          </a:xfrm>
          <a:prstGeom prst="roundRect">
            <a:avLst>
              <a:gd name="adj" fmla="val 26667"/>
            </a:avLst>
          </a:prstGeom>
          <a:solidFill>
            <a:srgbClr val="4B24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1792" y="5897880"/>
            <a:ext cx="137160" cy="384048"/>
          </a:xfrm>
          <a:prstGeom prst="roundRect">
            <a:avLst>
              <a:gd name="adj" fmla="val 26667"/>
            </a:avLst>
          </a:prstGeom>
          <a:solidFill>
            <a:srgbClr val="4B24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32104" y="5897880"/>
            <a:ext cx="137160" cy="384048"/>
          </a:xfrm>
          <a:prstGeom prst="roundRect">
            <a:avLst>
              <a:gd name="adj" fmla="val 26667"/>
            </a:avLst>
          </a:prstGeom>
          <a:solidFill>
            <a:srgbClr val="4B24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42416" y="5897880"/>
            <a:ext cx="137160" cy="384048"/>
          </a:xfrm>
          <a:prstGeom prst="roundRect">
            <a:avLst>
              <a:gd name="adj" fmla="val 26667"/>
            </a:avLst>
          </a:prstGeom>
          <a:solidFill>
            <a:srgbClr val="4B241C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6428232"/>
            <a:ext cx="1115568" cy="914400"/>
          </a:xfrm>
          <a:prstGeom prst="ellipse">
            <a:avLst/>
          </a:prstGeom>
          <a:solidFill>
            <a:srgbClr val="D7C9AA">
              <a:alpha val="0"/>
            </a:srgbClr>
          </a:solidFill>
          <a:ln w="50800">
            <a:solidFill>
              <a:srgbClr val="FFFFFF"/>
            </a:solidFill>
            <a:prstDash val="solid"/>
          </a:ln>
        </p:spPr>
      </p:sp>
      <p:pic>
        <p:nvPicPr>
          <p:cNvPr id="17" name="Image 0" descr="C:\Users\bpava\OneDrive\Documents\New project\Wazuh-SIEM-Security-Lab\siem-platform\outputs\hrsm-front-page-assets\hrsm-colleg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9968" y="292608"/>
            <a:ext cx="713232" cy="713232"/>
          </a:xfrm>
          <a:prstGeom prst="rect">
            <a:avLst/>
          </a:prstGeom>
        </p:spPr>
      </p:pic>
      <p:pic>
        <p:nvPicPr>
          <p:cNvPr id="18" name="Image 1" descr="C:\Users\bpava\OneDrive\Documents\New project\Wazuh-SIEM-Security-Lab\siem-platform\outputs\hrsm-front-page-assets\hrsm-college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74352" y="347472"/>
            <a:ext cx="768096" cy="76809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743200" y="10515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94A4"/>
                </a:solidFill>
              </a:rPr>
              <a:t>PROJECT PRESENTATION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2907792" y="758952"/>
            <a:ext cx="5852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65F9A"/>
                </a:solidFill>
              </a:rPr>
              <a:t>SRI HRSM COLLEGE GANGAVATHI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2743200" y="1417320"/>
            <a:ext cx="4892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4B24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SIEM</a:t>
            </a:r>
            <a:endParaRPr lang="en-US" sz="2300" dirty="0"/>
          </a:p>
          <a:p>
            <a:pPr indent="0" marL="0">
              <a:buNone/>
            </a:pPr>
            <a:r>
              <a:rPr lang="en-US" sz="2300" b="1" dirty="0">
                <a:solidFill>
                  <a:srgbClr val="4B241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</a:t>
            </a:r>
            <a:endParaRPr lang="en-US" sz="2300" dirty="0"/>
          </a:p>
        </p:txBody>
      </p:sp>
      <p:sp>
        <p:nvSpPr>
          <p:cNvPr id="22" name="Text 18"/>
          <p:cNvSpPr/>
          <p:nvPr/>
        </p:nvSpPr>
        <p:spPr>
          <a:xfrm>
            <a:off x="2743200" y="2971800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B5B4A"/>
                </a:solidFill>
              </a:rPr>
              <a:t>A web-based security operations platform for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5B4A"/>
                </a:solidFill>
              </a:rPr>
              <a:t>monitoring logs, detecting alerts, managing incidents,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B5B4A"/>
                </a:solidFill>
              </a:rPr>
              <a:t>and supporting AI-assisted SIEM analysis.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2743200" y="4069080"/>
            <a:ext cx="3867912" cy="758952"/>
          </a:xfrm>
          <a:prstGeom prst="roundRect">
            <a:avLst>
              <a:gd name="adj" fmla="val 9639"/>
            </a:avLst>
          </a:prstGeom>
          <a:solidFill>
            <a:srgbClr val="F7F1E8"/>
          </a:solidFill>
          <a:ln w="10160">
            <a:solidFill>
              <a:srgbClr val="C8B38E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999232" y="4279392"/>
            <a:ext cx="3383280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4B241C"/>
                </a:solidFill>
              </a:rPr>
              <a:t>Frontend: React, Vite, Tailwind CSS</a:t>
            </a:r>
            <a:endParaRPr lang="en-US" sz="930" dirty="0"/>
          </a:p>
          <a:p>
            <a:pPr indent="0" marL="0">
              <a:buNone/>
            </a:pPr>
            <a:r>
              <a:rPr lang="en-US" sz="930" b="1" dirty="0">
                <a:solidFill>
                  <a:srgbClr val="4B241C"/>
                </a:solidFill>
              </a:rPr>
              <a:t>Backend: Node.js, Express</a:t>
            </a:r>
            <a:endParaRPr lang="en-US" sz="930" dirty="0"/>
          </a:p>
          <a:p>
            <a:pPr indent="0" marL="0">
              <a:buNone/>
            </a:pPr>
            <a:r>
              <a:rPr lang="en-US" sz="930" b="1" dirty="0">
                <a:solidFill>
                  <a:srgbClr val="4B241C"/>
                </a:solidFill>
              </a:rPr>
              <a:t>Database: PostgreSQL, Redis</a:t>
            </a:r>
            <a:endParaRPr lang="en-US" sz="930" dirty="0"/>
          </a:p>
        </p:txBody>
      </p:sp>
      <p:sp>
        <p:nvSpPr>
          <p:cNvPr id="25" name="Shape 21"/>
          <p:cNvSpPr/>
          <p:nvPr/>
        </p:nvSpPr>
        <p:spPr>
          <a:xfrm>
            <a:off x="7818120" y="132588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465F9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8211312" y="1691640"/>
            <a:ext cx="1920240" cy="841248"/>
          </a:xfrm>
          <a:prstGeom prst="roundRect">
            <a:avLst>
              <a:gd name="adj" fmla="val 6522"/>
            </a:avLst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394192" y="202996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65F9A"/>
                </a:solidFill>
              </a:rPr>
              <a:t>SIEM Dashboard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 rot="21120000">
            <a:off x="8339328" y="2862072"/>
            <a:ext cx="1600200" cy="713232"/>
          </a:xfrm>
          <a:prstGeom prst="roundRect">
            <a:avLst>
              <a:gd name="adj" fmla="val 10256"/>
            </a:avLst>
          </a:prstGeom>
          <a:solidFill>
            <a:srgbClr val="FFB70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 rot="21120000">
            <a:off x="8668512" y="31272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31815"/>
                </a:solidFill>
              </a:rPr>
              <a:t>12 Alerts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522208" y="2999232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710928" y="3310128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503920" y="3886200"/>
            <a:ext cx="1508760" cy="73152"/>
          </a:xfrm>
          <a:prstGeom prst="rect">
            <a:avLst/>
          </a:prstGeom>
          <a:solidFill>
            <a:srgbClr val="A7B2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503920" y="4041648"/>
            <a:ext cx="1097280" cy="73152"/>
          </a:xfrm>
          <a:prstGeom prst="rect">
            <a:avLst/>
          </a:prstGeom>
          <a:solidFill>
            <a:srgbClr val="A7B2D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3337560" y="52303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GUIDE:</a:t>
            </a:r>
            <a:endParaRPr lang="en-US" sz="1700" dirty="0"/>
          </a:p>
        </p:txBody>
      </p:sp>
      <p:sp>
        <p:nvSpPr>
          <p:cNvPr id="35" name="Text 31"/>
          <p:cNvSpPr/>
          <p:nvPr/>
        </p:nvSpPr>
        <p:spPr>
          <a:xfrm>
            <a:off x="3017520" y="55138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 POOJA G 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LECTURER</a:t>
            </a:r>
            <a:endParaRPr lang="en-US" sz="1500" dirty="0"/>
          </a:p>
        </p:txBody>
      </p:sp>
      <p:sp>
        <p:nvSpPr>
          <p:cNvPr id="36" name="Text 32"/>
          <p:cNvSpPr/>
          <p:nvPr/>
        </p:nvSpPr>
        <p:spPr>
          <a:xfrm>
            <a:off x="7790688" y="5230368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u="sng" dirty="0">
                <a:solidFill>
                  <a:srgbClr val="FF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PRESENTED BY :</a:t>
            </a:r>
            <a:endParaRPr lang="en-US" sz="1700" dirty="0"/>
          </a:p>
        </p:txBody>
      </p:sp>
      <p:sp>
        <p:nvSpPr>
          <p:cNvPr id="37" name="Text 33"/>
          <p:cNvSpPr/>
          <p:nvPr/>
        </p:nvSpPr>
        <p:spPr>
          <a:xfrm>
            <a:off x="7936992" y="55046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Fayaz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U32ZC23SO011</a:t>
            </a:r>
            <a:endParaRPr lang="en-US" sz="1500" dirty="0"/>
          </a:p>
        </p:txBody>
      </p:sp>
      <p:sp>
        <p:nvSpPr>
          <p:cNvPr id="38" name="Shape 34"/>
          <p:cNvSpPr/>
          <p:nvPr/>
        </p:nvSpPr>
        <p:spPr>
          <a:xfrm>
            <a:off x="2514600" y="6327648"/>
            <a:ext cx="8138160" cy="0"/>
          </a:xfrm>
          <a:prstGeom prst="line">
            <a:avLst/>
          </a:prstGeom>
          <a:noFill/>
          <a:ln w="10160">
            <a:solidFill>
              <a:srgbClr val="D8CDBA"/>
            </a:solidFill>
            <a:prstDash val="solid"/>
          </a:ln>
        </p:spPr>
      </p:sp>
      <p:pic>
        <p:nvPicPr>
          <p:cNvPr id="39" name="Image 2" descr="C:\Users\bpava\OneDrive\Documents\New project\Wazuh-SIEM-Security-Lab\siem-platform\outputs\hrsm-front-page-assets\hrsm-college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2032" y="6437376"/>
            <a:ext cx="256032" cy="25603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2862072" y="6501384"/>
            <a:ext cx="5303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7C6E5D"/>
                </a:solidFill>
              </a:rPr>
              <a:t>SRI H.R. SRIRAMULU MEMORIAL COLLEGE, SARASWATHIGIRI, GANGAVATHI</a:t>
            </a:r>
            <a:endParaRPr lang="en-US" sz="5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Sri HRSM College Gangavathi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SIEM Platform</dc:title>
  <dc:subject>Project presentation front page</dc:subject>
  <dc:creator>Sri HRSM College Gangavathi</dc:creator>
  <cp:lastModifiedBy>Sri HRSM College Gangavathi</cp:lastModifiedBy>
  <cp:revision>1</cp:revision>
  <dcterms:created xsi:type="dcterms:W3CDTF">2026-05-25T04:27:39Z</dcterms:created>
  <dcterms:modified xsi:type="dcterms:W3CDTF">2026-05-25T04:27:39Z</dcterms:modified>
</cp:coreProperties>
</file>